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138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094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78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112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58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444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97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842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140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0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42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2E946-112E-481D-89E7-7E760DDF421B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1F3462A-C629-4D01-ABB0-8E2EDDADD22A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159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20FBA82-C5A5-AEE2-BCF5-8618DED06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1031" y="54233"/>
            <a:ext cx="638900" cy="1059194"/>
          </a:xfrm>
          <a:prstGeom prst="rect">
            <a:avLst/>
          </a:prstGeom>
        </p:spPr>
      </p:pic>
      <p:pic>
        <p:nvPicPr>
          <p:cNvPr id="1026" name="Picture 2" descr="Difference Between Data and Information (with Comparison ...">
            <a:extLst>
              <a:ext uri="{FF2B5EF4-FFF2-40B4-BE49-F238E27FC236}">
                <a16:creationId xmlns:a16="http://schemas.microsoft.com/office/drawing/2014/main" id="{803B2EC5-166A-CFED-25A8-AEDC63A5A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868" y="4978504"/>
            <a:ext cx="1250403" cy="712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8A26F3A-0054-2D2D-CAD5-2DE0E0D68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90522" y="1068349"/>
            <a:ext cx="1902031" cy="3153266"/>
          </a:xfrm>
          <a:prstGeom prst="rect">
            <a:avLst/>
          </a:prstGeom>
        </p:spPr>
      </p:pic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A59B90EC-23D5-BACD-ABCD-28CD683740E2}"/>
              </a:ext>
            </a:extLst>
          </p:cNvPr>
          <p:cNvSpPr/>
          <p:nvPr/>
        </p:nvSpPr>
        <p:spPr>
          <a:xfrm>
            <a:off x="3420435" y="1405047"/>
            <a:ext cx="1329179" cy="55618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Coming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D2D62355-6527-45A9-A973-FF23637F757A}"/>
              </a:ext>
            </a:extLst>
          </p:cNvPr>
          <p:cNvSpPr/>
          <p:nvPr/>
        </p:nvSpPr>
        <p:spPr>
          <a:xfrm>
            <a:off x="8627963" y="1292834"/>
            <a:ext cx="1329179" cy="55618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Coming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D60D3D50-C10B-6651-37AD-EA4B878D5D6D}"/>
              </a:ext>
            </a:extLst>
          </p:cNvPr>
          <p:cNvSpPr/>
          <p:nvPr/>
        </p:nvSpPr>
        <p:spPr>
          <a:xfrm>
            <a:off x="3581369" y="2324617"/>
            <a:ext cx="1902031" cy="709367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Brother! you are here too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D93AAFA4-1ACB-C9B1-443B-82629F48C7F1}"/>
              </a:ext>
            </a:extLst>
          </p:cNvPr>
          <p:cNvSpPr/>
          <p:nvPr/>
        </p:nvSpPr>
        <p:spPr>
          <a:xfrm>
            <a:off x="8867781" y="2368523"/>
            <a:ext cx="1902031" cy="709367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Just here to help you carry this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FA06121-4D38-6B9A-A1DC-FF4D58E1D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42398" y="3536484"/>
            <a:ext cx="1565624" cy="2595557"/>
          </a:xfrm>
          <a:prstGeom prst="rect">
            <a:avLst/>
          </a:prstGeom>
        </p:spPr>
      </p:pic>
      <p:sp>
        <p:nvSpPr>
          <p:cNvPr id="13" name="Thought Bubble: Cloud 12">
            <a:extLst>
              <a:ext uri="{FF2B5EF4-FFF2-40B4-BE49-F238E27FC236}">
                <a16:creationId xmlns:a16="http://schemas.microsoft.com/office/drawing/2014/main" id="{5BE79512-B2A8-7C14-6281-ACEA3C90E4CF}"/>
              </a:ext>
            </a:extLst>
          </p:cNvPr>
          <p:cNvSpPr/>
          <p:nvPr/>
        </p:nvSpPr>
        <p:spPr>
          <a:xfrm>
            <a:off x="4785674" y="3609308"/>
            <a:ext cx="2620651" cy="927914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Such a nice neuron</a:t>
            </a:r>
          </a:p>
        </p:txBody>
      </p:sp>
      <p:pic>
        <p:nvPicPr>
          <p:cNvPr id="14" name="Picture 2" descr="Difference Between Data and Information (with Comparison ...">
            <a:extLst>
              <a:ext uri="{FF2B5EF4-FFF2-40B4-BE49-F238E27FC236}">
                <a16:creationId xmlns:a16="http://schemas.microsoft.com/office/drawing/2014/main" id="{D125332E-F177-8CD8-2D9C-DE60D924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022" y="615105"/>
            <a:ext cx="1629004" cy="92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Wave 14">
            <a:extLst>
              <a:ext uri="{FF2B5EF4-FFF2-40B4-BE49-F238E27FC236}">
                <a16:creationId xmlns:a16="http://schemas.microsoft.com/office/drawing/2014/main" id="{93D1451B-6185-AFD2-98F8-D80209CE2CBC}"/>
              </a:ext>
            </a:extLst>
          </p:cNvPr>
          <p:cNvSpPr/>
          <p:nvPr/>
        </p:nvSpPr>
        <p:spPr>
          <a:xfrm>
            <a:off x="4836579" y="134338"/>
            <a:ext cx="2620651" cy="480767"/>
          </a:xfrm>
          <a:prstGeom prst="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 your package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5116E9-67C7-69A4-FB27-FF2F36BE1597}"/>
              </a:ext>
            </a:extLst>
          </p:cNvPr>
          <p:cNvSpPr txBox="1"/>
          <p:nvPr/>
        </p:nvSpPr>
        <p:spPr>
          <a:xfrm>
            <a:off x="7390522" y="4242899"/>
            <a:ext cx="2395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B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Pyramidal neuron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6082D2-CBE2-BE10-C29D-720E8F112F5B}"/>
              </a:ext>
            </a:extLst>
          </p:cNvPr>
          <p:cNvSpPr txBox="1"/>
          <p:nvPr/>
        </p:nvSpPr>
        <p:spPr>
          <a:xfrm>
            <a:off x="2018092" y="4268576"/>
            <a:ext cx="2205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A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Pyramidal neuron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16ACC1-FDC4-F86C-9E4B-26A7E54C40C9}"/>
              </a:ext>
            </a:extLst>
          </p:cNvPr>
          <p:cNvSpPr txBox="1"/>
          <p:nvPr/>
        </p:nvSpPr>
        <p:spPr>
          <a:xfrm>
            <a:off x="4532384" y="5798684"/>
            <a:ext cx="1049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A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9BF64C50-BD65-0813-4EB0-E9281B979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2995" y="1146574"/>
            <a:ext cx="1902031" cy="31532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25B03BD-3DA7-0F44-A2FF-4ADFEBCC04A6}"/>
              </a:ext>
            </a:extLst>
          </p:cNvPr>
          <p:cNvSpPr txBox="1"/>
          <p:nvPr/>
        </p:nvSpPr>
        <p:spPr>
          <a:xfrm rot="16200000">
            <a:off x="-1228816" y="2741596"/>
            <a:ext cx="41847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same but different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08B5E6-9AEA-BEB9-76AE-C2B61C8812E4}"/>
              </a:ext>
            </a:extLst>
          </p:cNvPr>
          <p:cNvSpPr txBox="1"/>
          <p:nvPr/>
        </p:nvSpPr>
        <p:spPr>
          <a:xfrm>
            <a:off x="1525404" y="2708558"/>
            <a:ext cx="62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CA1</a:t>
            </a:r>
          </a:p>
        </p:txBody>
      </p:sp>
    </p:spTree>
    <p:extLst>
      <p:ext uri="{BB962C8B-B14F-4D97-AF65-F5344CB8AC3E}">
        <p14:creationId xmlns:p14="http://schemas.microsoft.com/office/powerpoint/2010/main" val="40828328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</TotalTime>
  <Words>37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Gill Sans MT</vt:lpstr>
      <vt:lpstr>Times New Roman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Dheeraj Songara</dc:creator>
  <cp:lastModifiedBy>Dheeraj Songara</cp:lastModifiedBy>
  <cp:revision>9</cp:revision>
  <dcterms:created xsi:type="dcterms:W3CDTF">2025-12-19T09:18:52Z</dcterms:created>
  <dcterms:modified xsi:type="dcterms:W3CDTF">2025-12-20T04:22:51Z</dcterms:modified>
</cp:coreProperties>
</file>